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512064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PORTFOLIO &amp; TECHNICAL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Outfit"/>
              </a:defRPr>
            </a:pPr>
            <a:r>
              <a:t>Personal Developer</a:t>
            </a:r>
            <a:br/>
            <a:r>
              <a:t>Portfolio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A digital showcase bridging Computer Science fundamentals with human-centered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297680"/>
            <a:ext cx="438912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Outfit"/>
              </a:defRPr>
            </a:pPr>
            <a:r>
              <a:t>Swetha N.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B.E. Computer Science and Design (Class of 2028)</a:t>
            </a:r>
          </a:p>
          <a:p>
            <a:pPr>
              <a:defRPr sz="1100">
                <a:solidFill>
                  <a:srgbClr val="38BDF8"/>
                </a:solidFill>
                <a:latin typeface="Inter"/>
              </a:defRPr>
            </a:pPr>
            <a:r>
              <a:t>Rajalakshmi Engineering College, Chennai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822960"/>
            <a:ext cx="5150815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914400"/>
            <a:ext cx="4967935" cy="4297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5394960"/>
            <a:ext cx="4967935" cy="50292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JetBrains Mono"/>
              </a:defRPr>
            </a:pPr>
            <a:r>
              <a:t>● Live Build: my-portfolio-nine-psi-98.vercel.app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CORE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869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The Problem &amp; The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Moving beyond flat resumes to establish verified engineering credibility.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45775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Outfit"/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  <a:latin typeface="Outfit"/>
              </a:defRPr>
            </a:pPr>
            <a:r>
              <a:t>Static PDF resumes fail to convey live engineering craftsmanship, interactive problem-solving, or system design.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Developers need an authentic digital platform that proves capability through live code, production internship outcomes, and architectural depth.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74720"/>
            <a:ext cx="329184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  <a:latin typeface="JetBrains Mono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  <a:latin typeface="Outfit"/>
              </a:defRPr>
            </a:pPr>
            <a:r>
              <a:t>Showcase Production Engineering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Highlight genuine enterprise experience from Zoho Corporation — specifically OpenAPI RAG workflows, vector embeddings, and backend services.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74720"/>
            <a:ext cx="32918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2272" y="3474720"/>
            <a:ext cx="329184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  <a:latin typeface="JetBrains Mono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  <a:latin typeface="Outfit"/>
              </a:defRPr>
            </a:pPr>
            <a:r>
              <a:t>Prove Algorithmic Fluency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Provide verified credentials through 500+ LeetCode problems solved across Trees, Graphs, Dynamic Programming, and Competitive Hackathons.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2" y="347472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01583" y="3474720"/>
            <a:ext cx="329184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  <a:latin typeface="JetBrains Mono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  <a:latin typeface="Outfit"/>
              </a:defRPr>
            </a:pPr>
            <a:r>
              <a:t>Deliver Thoughtful Ergonomics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Execute a zero-framework, accessible web experience (&lt;50ms load time) with persistent dark/light theming and human-centered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3" y="3474720"/>
            <a:ext cx="32918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USER JOURNEY &amp;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869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Website Structure &amp; Visitor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How a technical reviewer or recruiter moves through the portfolio seamlessly.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3716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Outfit"/>
              </a:defRPr>
            </a:pPr>
            <a:r>
              <a:t>Hero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Inter"/>
              </a:defRPr>
            </a:pPr>
            <a:r>
              <a:t>First Impression &amp;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59152" y="1737360"/>
            <a:ext cx="13716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Outfit"/>
              </a:defRPr>
            </a:pPr>
            <a:r>
              <a:t>About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Inter"/>
              </a:defRPr>
            </a:pPr>
            <a:r>
              <a:t>Academic &amp; CS Philosophy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5344" y="1737360"/>
            <a:ext cx="13716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Outfit"/>
              </a:defRPr>
            </a:pPr>
            <a:r>
              <a:t>Skills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Inter"/>
              </a:defRPr>
            </a:pPr>
            <a:r>
              <a:t>6 Concrete Domains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31536" y="1737360"/>
            <a:ext cx="13716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Outfit"/>
              </a:defRPr>
            </a:pPr>
            <a:r>
              <a:t>Projects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Inter"/>
              </a:defRPr>
            </a:pPr>
            <a:r>
              <a:t>7 Verified Case Studies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67728" y="1737360"/>
            <a:ext cx="13716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Outfit"/>
              </a:defRPr>
            </a:pPr>
            <a:r>
              <a:t>Experience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Inter"/>
              </a:defRPr>
            </a:pPr>
            <a:r>
              <a:t>Zoho SWE &amp; LeetCode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37360"/>
            <a:ext cx="13716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06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Outfit"/>
              </a:defRPr>
            </a:pPr>
            <a:r>
              <a:t>Resume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Inter"/>
              </a:defRPr>
            </a:pPr>
            <a:r>
              <a:t>PDF &amp; Summary Badges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40112" y="1737360"/>
            <a:ext cx="13716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JetBrains Mono"/>
              </a:defRPr>
            </a:pPr>
            <a:r>
              <a:t>07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Outfit"/>
              </a:defRPr>
            </a:pPr>
            <a:r>
              <a:t>Contact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Inter"/>
              </a:defRPr>
            </a:pPr>
            <a:r>
              <a:t>Validated Recruiter 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66160"/>
            <a:ext cx="3291840" cy="2468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  <a:latin typeface="Outfit"/>
              </a:defRPr>
            </a:pPr>
            <a:r>
              <a:t>Editorial Dark Theme &amp; Zero Flash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A refined midnight palette (#090D16) paired with an inline localStorage theme-engine prevents white flashes on reload while offering dark/light comfort.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66160"/>
            <a:ext cx="32918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62272" y="3566160"/>
            <a:ext cx="3291840" cy="2468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  <a:latin typeface="Outfit"/>
              </a:defRPr>
            </a:pPr>
            <a:r>
              <a:t>Evidence-Based Competencies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Replaced arbitrary skill percentage bars with categorized, tangible toolsets and verifiable milestone counts (500+ LeetCode problems solved).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2272" y="3566160"/>
            <a:ext cx="32918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1583" y="3566160"/>
            <a:ext cx="3291840" cy="2468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  <a:latin typeface="Outfit"/>
              </a:defRPr>
            </a:pPr>
            <a:r>
              <a:t>Frictionless Recruiter Conversion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Quick-view modals allow rapid project inspection without leaving context. One-click resume download and client-validated contact channels facilitate direct outreach.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356616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ENGINEERING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869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Technology &amp; Implementation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A disciplined, zero-framework stack prioritizing speed, accessibility, and reliability.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20640" cy="2057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JetBrains Mono"/>
              </a:defRPr>
            </a:pPr>
            <a:r>
              <a:t>01 · STRUCTURE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F8FAFC"/>
                </a:solidFill>
                <a:latin typeface="Outfit"/>
              </a:defRPr>
            </a:pPr>
            <a:r>
              <a:t>Semantic HTML5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ARIA landmark architecture (&lt;header&gt;, &lt;main&gt;, &lt;nav&gt;, &lt;section&gt;)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Accessibility-first keyboard skip-link navigation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OpenGraph &amp; Twitter meta tags for rich social indexing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7315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120640" cy="2057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JetBrains Mono"/>
              </a:defRPr>
            </a:pPr>
            <a:r>
              <a:t>02 · STYLING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F8FAFC"/>
                </a:solidFill>
                <a:latin typeface="Outfit"/>
              </a:defRPr>
            </a:pPr>
            <a:r>
              <a:t>Vanilla CSS3 System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CSS Custom Properties (:root) for instant theme variables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Modern CSS Grid &amp; Flexbox for multi-device responsiveness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Subtle glassmorphic backdrops and fluid clamp() typography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37360"/>
            <a:ext cx="73152" cy="2057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4023360"/>
            <a:ext cx="5120640" cy="2057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366F1"/>
                </a:solidFill>
                <a:latin typeface="JetBrains Mono"/>
              </a:defRPr>
            </a:pPr>
            <a:r>
              <a:t>03 · INTERACTIVITY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F8FAFC"/>
                </a:solidFill>
                <a:latin typeface="Outfit"/>
              </a:defRPr>
            </a:pPr>
            <a:r>
              <a:t>Vanilla JavaScript (ES6+)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Zero external framework bloat — pure browser native code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Theme persistence controller with localStorage synchronization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Active scroll-spy navigation listener &amp; Quick View modal logic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23360"/>
            <a:ext cx="73152" cy="2057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4023360"/>
            <a:ext cx="5120640" cy="2057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855F7"/>
                </a:solidFill>
                <a:latin typeface="JetBrains Mono"/>
              </a:defRPr>
            </a:pPr>
            <a:r>
              <a:t>04 · INFRASTRUCTURE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F8FAFC"/>
                </a:solidFill>
                <a:latin typeface="Outfit"/>
              </a:defRPr>
            </a:pPr>
            <a:r>
              <a:t>Git, GitHub &amp; Vercel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Production version control on GitHub main branch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Automated continuous deployment via Vercel Edge CDN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• Zero build-step pipeline ensuring instantaneous deployments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023360"/>
            <a:ext cx="73152" cy="2057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VISUAL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869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The Implemented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Genuine high-resolution captures showing the live design system in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50815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4876495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Outfit"/>
              </a:defRPr>
            </a:pPr>
            <a:r>
              <a:t>Hero &amp; Selected Work Overview</a:t>
            </a:r>
          </a:p>
          <a:p>
            <a:pPr>
              <a:defRPr sz="1050">
                <a:solidFill>
                  <a:srgbClr val="94A3B8"/>
                </a:solidFill>
                <a:latin typeface="Inter"/>
              </a:defRPr>
            </a:pPr>
            <a:r>
              <a:t>Balanced personal introduction, role pill, live status indicator, and multi-project quick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150815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pro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4876495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Outfit"/>
              </a:defRPr>
            </a:pPr>
            <a:r>
              <a:t>Featured Projects Showcase</a:t>
            </a:r>
          </a:p>
          <a:p>
            <a:pPr>
              <a:defRPr sz="1050">
                <a:solidFill>
                  <a:srgbClr val="94A3B8"/>
                </a:solidFill>
                <a:latin typeface="Inter"/>
              </a:defRPr>
            </a:pPr>
            <a:r>
              <a:t>Deep engineering breakdowns: Zoho OpenAPI RAG Assistant, Healthcare EHR, and Smart SMS Django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869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Outcomes, Roadmap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Verified deliverables, technical evaluation, and future engineering trajectory.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JetBrains Mono"/>
              </a:defRPr>
            </a:pPr>
            <a:r>
              <a:t>VERIFIED PROJECT OUTCOMES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Outfit"/>
              </a:defRPr>
            </a:pPr>
            <a:r>
              <a:t>✓ Production-Ready Deployment</a:t>
            </a:r>
          </a:p>
          <a:p>
            <a:pPr>
              <a:defRPr sz="1050">
                <a:solidFill>
                  <a:srgbClr val="94A3B8"/>
                </a:solidFill>
                <a:latin typeface="Inter"/>
              </a:defRPr>
            </a:pPr>
            <a:r>
              <a:t>Successfully hosted on Vercel Edge with zero downtime, instant SSL, and worldwide CDN distribution.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Outfit"/>
              </a:defRPr>
            </a:pPr>
            <a:r>
              <a:t>✓ Zero-Dependency Architecture</a:t>
            </a:r>
          </a:p>
          <a:p>
            <a:pPr>
              <a:defRPr sz="1050">
                <a:solidFill>
                  <a:srgbClr val="94A3B8"/>
                </a:solidFill>
                <a:latin typeface="Inter"/>
              </a:defRPr>
            </a:pPr>
            <a:r>
              <a:t>Pure HTML5, CSS3, and ES6+ delivering sub-50ms render speed without heavy client bundle overhead.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Outfit"/>
              </a:defRPr>
            </a:pPr>
            <a:r>
              <a:t>✓ Dual-Theme Precision</a:t>
            </a:r>
          </a:p>
          <a:p>
            <a:pPr>
              <a:defRPr sz="1050">
                <a:solidFill>
                  <a:srgbClr val="94A3B8"/>
                </a:solidFill>
                <a:latin typeface="Inter"/>
              </a:defRPr>
            </a:pPr>
            <a:r>
              <a:t>Flawless dark and light modes with localStorage persistence and zero layout shift.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Outfit"/>
              </a:defRPr>
            </a:pPr>
            <a:r>
              <a:t>✓ Authentic Technical Depth</a:t>
            </a:r>
          </a:p>
          <a:p>
            <a:pPr>
              <a:defRPr sz="1050">
                <a:solidFill>
                  <a:srgbClr val="94A3B8"/>
                </a:solidFill>
                <a:latin typeface="Inter"/>
              </a:defRPr>
            </a:pPr>
            <a:r>
              <a:t>Seamlessly integrates real Zoho Corporation RAG internship contributions and 500+ LeetCode milestones.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50815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366F1"/>
                </a:solidFill>
                <a:latin typeface="JetBrains Mono"/>
              </a:defRPr>
            </a:pPr>
            <a:r>
              <a:t>FUTURE ROADMAP</a:t>
            </a:r>
          </a:p>
          <a:p>
            <a:pPr>
              <a:spcBef>
                <a:spcPts val="600"/>
              </a:spcBef>
              <a:defRPr sz="1250" b="1">
                <a:solidFill>
                  <a:srgbClr val="F8FAFC"/>
                </a:solidFill>
                <a:latin typeface="Outfit"/>
              </a:defRPr>
            </a:pPr>
            <a:r>
              <a:t>→ Live LeetCode GraphQL Sync</a:t>
            </a:r>
          </a:p>
          <a:p>
            <a:pPr>
              <a:defRPr sz="1050">
                <a:solidFill>
                  <a:srgbClr val="94A3B8"/>
                </a:solidFill>
                <a:latin typeface="Inter"/>
              </a:defRPr>
            </a:pPr>
            <a:r>
              <a:t>Dynamic pipeline updating active problem counts and streak heatmaps automatically.</a:t>
            </a:r>
          </a:p>
          <a:p>
            <a:pPr>
              <a:spcBef>
                <a:spcPts val="600"/>
              </a:spcBef>
              <a:defRPr sz="1250" b="1">
                <a:solidFill>
                  <a:srgbClr val="F8FAFC"/>
                </a:solidFill>
                <a:latin typeface="Outfit"/>
              </a:defRPr>
            </a:pPr>
            <a:r>
              <a:t>→ Interactive RAG Playground</a:t>
            </a:r>
          </a:p>
          <a:p>
            <a:pPr>
              <a:defRPr sz="1050">
                <a:solidFill>
                  <a:srgbClr val="94A3B8"/>
                </a:solidFill>
                <a:latin typeface="Inter"/>
              </a:defRPr>
            </a:pPr>
            <a:r>
              <a:t>In-browser live demonstration of OpenAPI and YAML semantic vector retrieval.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15081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4206240"/>
            <a:ext cx="4602175" cy="1645920"/>
          </a:xfrm>
          <a:prstGeom prst="roundRect">
            <a:avLst/>
          </a:prstGeom>
          <a:solidFill>
            <a:srgbClr val="1821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  <a:latin typeface="Outfit"/>
              </a:defRPr>
            </a:pPr>
            <a:r>
              <a:t>Thank You!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38BDF8"/>
                </a:solidFill>
                <a:latin typeface="Inter"/>
              </a:defRPr>
            </a:pPr>
            <a:r>
              <a:t>Swetha N. — B.E. Computer Science and Design</a:t>
            </a:r>
          </a:p>
          <a:p>
            <a:pPr algn="ctr">
              <a:defRPr sz="1050">
                <a:solidFill>
                  <a:srgbClr val="64748B"/>
                </a:solidFill>
                <a:latin typeface="Inter"/>
              </a:defRPr>
            </a:pPr>
            <a:r>
              <a:t>Rajalakshmi Engineering College · Chennai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